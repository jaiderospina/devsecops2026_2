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293" y="0"/>
            <a:ext cx="9559290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019" y="0"/>
            <a:ext cx="9371838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019" y="0"/>
            <a:ext cx="9371838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019" y="0"/>
            <a:ext cx="9371838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051" y="0"/>
            <a:ext cx="9621774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516" y="482684"/>
            <a:ext cx="9657640" cy="70612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6057" y="0"/>
            <a:ext cx="248285" cy="507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dirty="0">
                <a:solidFill>
                  <a:srgbClr val="2D2F2F"/>
                </a:solidFill>
                <a:latin typeface="Arial"/>
                <a:cs typeface="Arial"/>
              </a:rPr>
              <a:t>1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385" y="466599"/>
            <a:ext cx="9529757" cy="70773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42000" y="0"/>
            <a:ext cx="245110" cy="4991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00" dirty="0">
                <a:solidFill>
                  <a:srgbClr val="28282A"/>
                </a:solidFill>
                <a:latin typeface="Arial"/>
                <a:cs typeface="Arial"/>
              </a:rPr>
              <a:t>2</a:t>
            </a:r>
            <a:endParaRPr sz="3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52007" y="0"/>
            <a:ext cx="245110" cy="553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dirty="0">
                <a:solidFill>
                  <a:srgbClr val="28282A"/>
                </a:solidFill>
                <a:latin typeface="Times New Roman"/>
                <a:cs typeface="Times New Roman"/>
              </a:rPr>
              <a:t>3</a:t>
            </a:r>
            <a:endParaRPr sz="3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893" y="466599"/>
            <a:ext cx="8645885" cy="70773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5342" y="482684"/>
            <a:ext cx="867802" cy="70612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00178" y="0"/>
            <a:ext cx="241935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00" dirty="0">
                <a:solidFill>
                  <a:srgbClr val="212121"/>
                </a:solidFill>
                <a:latin typeface="Times New Roman"/>
                <a:cs typeface="Times New Roman"/>
              </a:rPr>
              <a:t>4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893" y="466599"/>
            <a:ext cx="9642251" cy="70773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582577" y="0"/>
            <a:ext cx="276225" cy="522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50" spc="165" dirty="0">
                <a:solidFill>
                  <a:srgbClr val="232323"/>
                </a:solidFill>
                <a:latin typeface="Arial"/>
                <a:cs typeface="Arial"/>
              </a:rPr>
              <a:t>5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50" y="0"/>
            <a:ext cx="9866503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516" y="418344"/>
            <a:ext cx="9641570" cy="70612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90135" y="0"/>
            <a:ext cx="20256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114" dirty="0">
                <a:solidFill>
                  <a:srgbClr val="1F1F21"/>
                </a:solidFill>
                <a:latin typeface="Times New Roman"/>
                <a:cs typeface="Times New Roman"/>
              </a:rPr>
              <a:t>b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526" y="418344"/>
            <a:ext cx="9063715" cy="70612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7806" y="418344"/>
            <a:ext cx="289267" cy="70452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8836" y="0"/>
            <a:ext cx="12192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60" dirty="0">
                <a:solidFill>
                  <a:srgbClr val="1C1C1F"/>
                </a:solidFill>
                <a:latin typeface="Arial"/>
                <a:cs typeface="Arial"/>
              </a:rPr>
              <a:t>I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893" y="0"/>
            <a:ext cx="9610217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0893" y="418344"/>
            <a:ext cx="9630410" cy="7061834"/>
            <a:chOff x="540893" y="418344"/>
            <a:chExt cx="9630410" cy="70618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893" y="418344"/>
              <a:ext cx="9626180" cy="70612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159039" y="4166135"/>
              <a:ext cx="0" cy="1640839"/>
            </a:xfrm>
            <a:custGeom>
              <a:avLst/>
              <a:gdLst/>
              <a:ahLst/>
              <a:cxnLst/>
              <a:rect l="l" t="t" r="r" b="b"/>
              <a:pathLst>
                <a:path h="1640839">
                  <a:moveTo>
                    <a:pt x="0" y="1640663"/>
                  </a:moveTo>
                  <a:lnTo>
                    <a:pt x="0" y="0"/>
                  </a:lnTo>
                </a:path>
              </a:pathLst>
            </a:custGeom>
            <a:ln w="241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581861" y="0"/>
            <a:ext cx="521334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spc="145" dirty="0">
                <a:solidFill>
                  <a:srgbClr val="262628"/>
                </a:solidFill>
                <a:latin typeface="Courier New"/>
                <a:cs typeface="Courier New"/>
              </a:rPr>
              <a:t>lU</a:t>
            </a:r>
            <a:endParaRPr sz="2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50" y="0"/>
            <a:ext cx="9866503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293" y="0"/>
            <a:ext cx="9559290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21" y="439295"/>
            <a:ext cx="8885908" cy="71050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5332" y="439295"/>
            <a:ext cx="297764" cy="710507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690666" y="7528684"/>
            <a:ext cx="1410970" cy="0"/>
          </a:xfrm>
          <a:custGeom>
            <a:avLst/>
            <a:gdLst/>
            <a:ahLst/>
            <a:cxnLst/>
            <a:rect l="l" t="t" r="r" b="b"/>
            <a:pathLst>
              <a:path w="1410970">
                <a:moveTo>
                  <a:pt x="0" y="0"/>
                </a:moveTo>
                <a:lnTo>
                  <a:pt x="1410462" y="0"/>
                </a:lnTo>
              </a:path>
            </a:pathLst>
          </a:custGeom>
          <a:ln w="313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61579" y="7528684"/>
            <a:ext cx="1097280" cy="0"/>
          </a:xfrm>
          <a:custGeom>
            <a:avLst/>
            <a:gdLst/>
            <a:ahLst/>
            <a:cxnLst/>
            <a:rect l="l" t="t" r="r" b="b"/>
            <a:pathLst>
              <a:path w="1097279">
                <a:moveTo>
                  <a:pt x="0" y="0"/>
                </a:moveTo>
                <a:lnTo>
                  <a:pt x="1097026" y="0"/>
                </a:lnTo>
              </a:path>
            </a:pathLst>
          </a:custGeom>
          <a:ln w="313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1416" y="0"/>
            <a:ext cx="42354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509" dirty="0">
                <a:solidFill>
                  <a:srgbClr val="939397"/>
                </a:solidFill>
                <a:latin typeface="Arial"/>
                <a:cs typeface="Arial"/>
              </a:rPr>
              <a:t>.</a:t>
            </a:r>
            <a:r>
              <a:rPr sz="2300" spc="509" dirty="0">
                <a:solidFill>
                  <a:srgbClr val="313131"/>
                </a:solidFill>
                <a:latin typeface="Arial"/>
                <a:cs typeface="Arial"/>
              </a:rPr>
              <a:t>¿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019" y="0"/>
            <a:ext cx="9371838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019" y="0"/>
            <a:ext cx="9371838" cy="75600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051" y="0"/>
            <a:ext cx="9621774" cy="7560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</Words>
  <Application>Microsoft Office PowerPoint</Application>
  <PresentationFormat>Benutzerdefiniert</PresentationFormat>
  <Paragraphs>9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Times New Roman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2026-09-04T23:17:23Z</dcterms:created>
  <dcterms:modified xsi:type="dcterms:W3CDTF">2026-09-04T23:17:25Z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2026-09-05T00:00:00Z</vt:filetime>
  </property>
  <property fmtid="{D5CDD505-2E9C-101B-9397-08002B2CF9AE}" pid="3" name="LastSaved">
    <vt:filetime>2026-09-05T00:00:00Z</vt:filetime>
  </property>
</Properties>
</file>